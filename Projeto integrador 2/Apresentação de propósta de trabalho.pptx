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i5UsPGiqqYdxzUOjXPu0m2y4jM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>
  <p:cSld name="Slide de títul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0"/>
          <p:cNvSpPr txBox="1"/>
          <p:nvPr>
            <p:ph type="title"/>
          </p:nvPr>
        </p:nvSpPr>
        <p:spPr>
          <a:xfrm>
            <a:off x="347623" y="1506433"/>
            <a:ext cx="8426083" cy="669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0"/>
          <p:cNvSpPr txBox="1"/>
          <p:nvPr>
            <p:ph idx="1" type="body"/>
          </p:nvPr>
        </p:nvSpPr>
        <p:spPr>
          <a:xfrm>
            <a:off x="355600" y="2176463"/>
            <a:ext cx="8387878" cy="287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2" type="body"/>
          </p:nvPr>
        </p:nvSpPr>
        <p:spPr>
          <a:xfrm>
            <a:off x="364417" y="2517789"/>
            <a:ext cx="8379061" cy="287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>
  <p:cSld name="Somente títul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>
  <p:cSld name="Duas Partes de Conteú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12"/>
          <p:cNvSpPr txBox="1"/>
          <p:nvPr>
            <p:ph idx="1" type="body"/>
          </p:nvPr>
        </p:nvSpPr>
        <p:spPr>
          <a:xfrm>
            <a:off x="628650" y="1631982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em branco">
  <p:cSld name="Slide em branc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>
  <p:cSld name="Conteúdo com Legen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4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3200"/>
              <a:buFont typeface="Arial"/>
              <a:buNone/>
              <a:defRPr b="1" sz="3200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" name="Google Shape;18;p14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14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Personalizado">
  <p:cSld name="Layout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5"/>
          <p:cNvSpPr txBox="1"/>
          <p:nvPr>
            <p:ph idx="1" type="body"/>
          </p:nvPr>
        </p:nvSpPr>
        <p:spPr>
          <a:xfrm>
            <a:off x="193637" y="1398588"/>
            <a:ext cx="8756726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818B"/>
              </a:buClr>
              <a:buSzPts val="2000"/>
              <a:buFont typeface="Arial"/>
              <a:buNone/>
              <a:defRPr b="1" sz="2000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15"/>
          <p:cNvSpPr txBox="1"/>
          <p:nvPr>
            <p:ph idx="2" type="body"/>
          </p:nvPr>
        </p:nvSpPr>
        <p:spPr>
          <a:xfrm>
            <a:off x="193637" y="1905992"/>
            <a:ext cx="875672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0" sz="1600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15"/>
          <p:cNvSpPr txBox="1"/>
          <p:nvPr>
            <p:ph idx="3" type="body"/>
          </p:nvPr>
        </p:nvSpPr>
        <p:spPr>
          <a:xfrm>
            <a:off x="193636" y="2284300"/>
            <a:ext cx="8756727" cy="361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0" sz="1600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15"/>
          <p:cNvSpPr txBox="1"/>
          <p:nvPr>
            <p:ph idx="4" type="body"/>
          </p:nvPr>
        </p:nvSpPr>
        <p:spPr>
          <a:xfrm>
            <a:off x="193636" y="2667694"/>
            <a:ext cx="8756727" cy="258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0" sz="1600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uas Partes de Conteúdo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  <a:defRPr b="1" sz="4400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" name="Google Shape;27;p16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16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  <a:defRPr b="1" sz="4400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818B"/>
              </a:buClr>
              <a:buSzPts val="2400"/>
              <a:buFont typeface="Arial"/>
              <a:buNone/>
              <a:defRPr b="1" sz="2400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17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818B"/>
              </a:buClr>
              <a:buSzPts val="2400"/>
              <a:buFont typeface="Arial"/>
              <a:buNone/>
              <a:defRPr b="1" sz="2400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údo com Legenda">
  <p:cSld name="1_Conteúdo com Legen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 txBox="1"/>
          <p:nvPr>
            <p:ph type="title"/>
          </p:nvPr>
        </p:nvSpPr>
        <p:spPr>
          <a:xfrm>
            <a:off x="5567363" y="449263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3200"/>
              <a:buFont typeface="Arial"/>
              <a:buNone/>
              <a:defRPr b="1" sz="3200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" type="body"/>
          </p:nvPr>
        </p:nvSpPr>
        <p:spPr>
          <a:xfrm>
            <a:off x="5567363" y="2049463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18"/>
          <p:cNvSpPr/>
          <p:nvPr>
            <p:ph idx="2" type="pic"/>
          </p:nvPr>
        </p:nvSpPr>
        <p:spPr>
          <a:xfrm>
            <a:off x="563278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texto">
  <p:cSld name="Imagem com tex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9"/>
          <p:cNvSpPr/>
          <p:nvPr>
            <p:ph idx="2" type="pic"/>
          </p:nvPr>
        </p:nvSpPr>
        <p:spPr>
          <a:xfrm>
            <a:off x="629841" y="1944895"/>
            <a:ext cx="3740146" cy="3937671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1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  <a:defRPr b="1" sz="4400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93514" y="1944895"/>
            <a:ext cx="3921835" cy="3937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 txBox="1"/>
          <p:nvPr>
            <p:ph type="title"/>
          </p:nvPr>
        </p:nvSpPr>
        <p:spPr>
          <a:xfrm>
            <a:off x="347623" y="1506433"/>
            <a:ext cx="8426083" cy="669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</a:pPr>
            <a:r>
              <a:rPr lang="pt-BR" sz="3200"/>
              <a:t>Detecção de arco elétricos com uso de IA</a:t>
            </a:r>
            <a:endParaRPr sz="3200"/>
          </a:p>
        </p:txBody>
      </p:sp>
      <p:sp>
        <p:nvSpPr>
          <p:cNvPr id="48" name="Google Shape;48;p1"/>
          <p:cNvSpPr txBox="1"/>
          <p:nvPr>
            <p:ph idx="1" type="body"/>
          </p:nvPr>
        </p:nvSpPr>
        <p:spPr>
          <a:xfrm>
            <a:off x="355600" y="2232612"/>
            <a:ext cx="8387878" cy="287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1800"/>
              <a:buNone/>
            </a:pPr>
            <a:r>
              <a:rPr b="1" lang="pt-BR" sz="1800"/>
              <a:t>Aluno: </a:t>
            </a:r>
            <a:r>
              <a:rPr lang="pt-BR" sz="1800"/>
              <a:t>Igor de Matos da Rosa  </a:t>
            </a:r>
            <a:r>
              <a:rPr b="1" lang="pt-BR" sz="1800"/>
              <a:t>                                Orientador: </a:t>
            </a:r>
            <a:r>
              <a:rPr lang="pt-BR" sz="1800"/>
              <a:t>Alison Panisson</a:t>
            </a:r>
            <a:endParaRPr sz="1800"/>
          </a:p>
        </p:txBody>
      </p:sp>
      <p:sp>
        <p:nvSpPr>
          <p:cNvPr id="49" name="Google Shape;49;p1"/>
          <p:cNvSpPr txBox="1"/>
          <p:nvPr>
            <p:ph idx="2" type="body"/>
          </p:nvPr>
        </p:nvSpPr>
        <p:spPr>
          <a:xfrm>
            <a:off x="364425" y="2557904"/>
            <a:ext cx="83790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1600"/>
              <a:buNone/>
            </a:pPr>
            <a:r>
              <a:rPr lang="pt-BR" sz="1400"/>
              <a:t>Engenharia de Computação | Departamento de Computação | Centro de </a:t>
            </a:r>
            <a:r>
              <a:rPr lang="pt-BR" sz="1400"/>
              <a:t>ciências</a:t>
            </a:r>
            <a:r>
              <a:rPr lang="pt-BR" sz="1400"/>
              <a:t>, tecnologia e </a:t>
            </a:r>
            <a:r>
              <a:rPr lang="pt-BR" sz="1400"/>
              <a:t>saúde.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</a:pPr>
            <a:r>
              <a:rPr lang="pt-BR"/>
              <a:t>Resumo, Objetivos e Metodologia</a:t>
            </a:r>
            <a:endParaRPr/>
          </a:p>
        </p:txBody>
      </p:sp>
      <p:sp>
        <p:nvSpPr>
          <p:cNvPr id="55" name="Google Shape;55;p2"/>
          <p:cNvSpPr txBox="1"/>
          <p:nvPr>
            <p:ph idx="1" type="body"/>
          </p:nvPr>
        </p:nvSpPr>
        <p:spPr>
          <a:xfrm>
            <a:off x="628650" y="1690700"/>
            <a:ext cx="7886700" cy="41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Este estudo tem como objetivo desenvolver um sistema de detecção automática de arcos elétricos utilizando técnicas de Inteligência Artificial (IA).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Os principais objetivos incluem: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• Detectar padrões característicos de arco em sinais elétricos.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• Aplicar aprendizado de máquina para classificar janelas de sinais como normais ou de arco.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• Validar o desempenho do modelo em condições reais e simuladas.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A metodologia envolve: aquisição de dados experimentais, pré-processamento com extração de características (AWD, RMS, entropia de Shannon), treinamento de modelos de SVM e validação dos resultados.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818B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</a:pPr>
            <a:r>
              <a:rPr lang="pt-BR"/>
              <a:t>Andamento no Projeto Integrador II </a:t>
            </a:r>
            <a:endParaRPr/>
          </a:p>
        </p:txBody>
      </p:sp>
      <p:sp>
        <p:nvSpPr>
          <p:cNvPr id="61" name="Google Shape;61;p3"/>
          <p:cNvSpPr txBox="1"/>
          <p:nvPr>
            <p:ph idx="1" type="body"/>
          </p:nvPr>
        </p:nvSpPr>
        <p:spPr>
          <a:xfrm>
            <a:off x="628650" y="1629775"/>
            <a:ext cx="7886700" cy="41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Até o momento, foi desenvolvido com base em um artigo o módulo de pré-processamento dos sinais e implementados classificadores SVM preliminares e um módulo de treinamento Para as SVM’s. 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Já foram realizados testes iniciais com arquivos contendo sinais reais e simulados, com resultados promissores.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As próximas etapas incluem portar para um Processador de Sinal Digital (DSP) e realizar testes com Hardware-in-the-loop.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Além de estudo de outros artigos.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/>
          <p:nvPr>
            <p:ph idx="1" type="body"/>
          </p:nvPr>
        </p:nvSpPr>
        <p:spPr>
          <a:xfrm>
            <a:off x="193637" y="1398588"/>
            <a:ext cx="8756726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2000"/>
              <a:buFont typeface="Arial"/>
              <a:buNone/>
            </a:pPr>
            <a:r>
              <a:rPr lang="pt-BR"/>
              <a:t>Contato</a:t>
            </a:r>
            <a:endParaRPr/>
          </a:p>
        </p:txBody>
      </p:sp>
      <p:sp>
        <p:nvSpPr>
          <p:cNvPr id="67" name="Google Shape;67;p8"/>
          <p:cNvSpPr txBox="1"/>
          <p:nvPr>
            <p:ph idx="2" type="body"/>
          </p:nvPr>
        </p:nvSpPr>
        <p:spPr>
          <a:xfrm>
            <a:off x="193637" y="1825782"/>
            <a:ext cx="875672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</a:pPr>
            <a:r>
              <a:rPr lang="pt-BR"/>
              <a:t>E-mail: igor.matos.rosa@grad.ufsc.br</a:t>
            </a:r>
            <a:endParaRPr/>
          </a:p>
        </p:txBody>
      </p:sp>
      <p:sp>
        <p:nvSpPr>
          <p:cNvPr id="68" name="Google Shape;68;p8"/>
          <p:cNvSpPr txBox="1"/>
          <p:nvPr>
            <p:ph idx="3" type="body"/>
          </p:nvPr>
        </p:nvSpPr>
        <p:spPr>
          <a:xfrm>
            <a:off x="193636" y="2196068"/>
            <a:ext cx="8756727" cy="361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</a:pPr>
            <a:r>
              <a:rPr lang="pt-BR"/>
              <a:t>Telefone: (48) 99915-1673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2014-05-15T19:13:18Z</dcterms:created>
  <dc:creator>GR</dc:creator>
</cp:coreProperties>
</file>