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f7e852f95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f7e852f95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f7e852f95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f7e852f95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01e6a0c5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d01e6a0c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01e6a0c5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01e6a0c5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01e6a0c5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01e6a0c5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01e6a0c5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01e6a0c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01e6a0c5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01e6a0c5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01e6a0c5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d01e6a0c5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de controle de acesso e segurança residencial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Igor de Matos da Rosa (20103930)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5"/>
            <a:ext cx="58017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Atualmente existe uma necessidade de proteção residencial quando não se está em casa ou está dormindo,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Cada vez está mais comum os sistemas de casa inteligente.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Este sistema deve ser flexível e sem trazer dor de cabeça pro usuário final.</a:t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625" y="102875"/>
            <a:ext cx="2879276" cy="287927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6189625" y="2880350"/>
            <a:ext cx="2760000" cy="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lang="pt-BR" sz="960"/>
              <a:t>fonte: https://icon-icons.com/pt/icone/ladr%C3%A3o-entrando-por-uma-janela-1/70630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 do projeto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projeto tem como objetivo o desenvolvimento do sistema de controle e acesso de segurança residencial.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sistema </a:t>
            </a:r>
            <a:r>
              <a:rPr lang="pt-BR"/>
              <a:t>deverá</a:t>
            </a:r>
            <a:r>
              <a:rPr lang="pt-BR"/>
              <a:t> ser controlado via app, pelo celular do </a:t>
            </a:r>
            <a:r>
              <a:rPr lang="pt-BR"/>
              <a:t>usuário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Deverá ter o uso do WiFi para facilitar a comunicação com o app e abrir possibilidades de transmissão.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aviso de detecção deve ocorrer de forma sonora e por notificação do aplicativo.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Benefícios</a:t>
            </a:r>
            <a:r>
              <a:rPr lang="pt-BR"/>
              <a:t> do sistema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sistema proposto, poderá aumentar a segurança da </a:t>
            </a:r>
            <a:r>
              <a:rPr lang="pt-BR"/>
              <a:t>residência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</a:t>
            </a:r>
            <a:r>
              <a:rPr lang="pt-BR"/>
              <a:t>usuário</a:t>
            </a:r>
            <a:r>
              <a:rPr lang="pt-BR"/>
              <a:t> poderá tomar atitudes rapidamente em caso de detecção.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Redução de riscos de </a:t>
            </a:r>
            <a:r>
              <a:rPr lang="pt-BR"/>
              <a:t>prejuízo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 também integrar outros dispositivos e ser personalizado pelo </a:t>
            </a:r>
            <a:r>
              <a:rPr lang="pt-BR"/>
              <a:t>usuário</a:t>
            </a:r>
            <a:r>
              <a:rPr lang="pt-BR"/>
              <a:t>, por exemplo, ajustar a iluminação do ambiente.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Implementações e tecnologias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87900" y="1489825"/>
            <a:ext cx="46380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Será utilizado um ESP8266 para fazer o gerenciamento geral do sistema, comunicação e </a:t>
            </a:r>
            <a:r>
              <a:rPr lang="pt-BR"/>
              <a:t>transferência</a:t>
            </a:r>
            <a:r>
              <a:rPr lang="pt-BR"/>
              <a:t> de dados detectados pelo mesmo, configurado via Arduino IDE e sua biblioteca.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Será utilizado o aplicativo Blynk para gerenciar a interface do aplicativo mobile e facilitar a </a:t>
            </a:r>
            <a:r>
              <a:rPr lang="pt-BR"/>
              <a:t>transferência</a:t>
            </a:r>
            <a:r>
              <a:rPr lang="pt-BR"/>
              <a:t> de dados.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Será também utilizado um sensor de presença e movimento PIR.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800" y="1353968"/>
            <a:ext cx="3655600" cy="24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5214800" y="3894375"/>
            <a:ext cx="3655500" cy="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960"/>
              <a:t>fonte: </a:t>
            </a:r>
            <a:r>
              <a:rPr lang="pt-BR" sz="960"/>
              <a:t>https://pt.wikipedia.org/wiki/ESP8266#/media/Ficheiro:NodeMCU_DEVKIT_1.0.jpg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Gerenciamento de riscos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Risco de falha na </a:t>
            </a:r>
            <a:r>
              <a:rPr lang="pt-BR"/>
              <a:t>conexão</a:t>
            </a:r>
            <a:r>
              <a:rPr lang="pt-BR"/>
              <a:t> Wi-Fi.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Risco de </a:t>
            </a:r>
            <a:r>
              <a:rPr lang="pt-BR"/>
              <a:t>interferência</a:t>
            </a:r>
            <a:r>
              <a:rPr lang="pt-BR"/>
              <a:t> </a:t>
            </a:r>
            <a:r>
              <a:rPr lang="pt-BR"/>
              <a:t>eletromagnética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Risco de </a:t>
            </a:r>
            <a:r>
              <a:rPr lang="pt-BR"/>
              <a:t>invasão</a:t>
            </a:r>
            <a:r>
              <a:rPr lang="pt-BR"/>
              <a:t> de dados.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Risco de falha de energia.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Risco de falha de Hardware ou Software.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Risco de falsos positivos ou negativos.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5966250" y="2336650"/>
            <a:ext cx="29835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pt-BR" sz="960"/>
              <a:t>fonte: htps://blog.intelbras.com.br/o-que-e-rede-mesh-e-quais-suas-vantagens/</a:t>
            </a:r>
            <a:endParaRPr sz="960"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249" y="318450"/>
            <a:ext cx="2983500" cy="215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Cronograma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Semana 1-2: Planejamento e preparação inicial.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Semana 3-4: Desenvolvimento do firmware e interface do aplicativo.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Semana 5-8: Implementação e testes do sistema.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Semana 9-10: Testes finais e ajustes.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Semana 11-12: Documentação e entrega.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02" y="458027"/>
            <a:ext cx="4289800" cy="24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1149" y="1989099"/>
            <a:ext cx="4641840" cy="28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87900" y="1885650"/>
            <a:ext cx="8368200" cy="686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accent5"/>
                </a:solidFill>
              </a:rPr>
              <a:t>Obrigado!!</a:t>
            </a:r>
            <a:endParaRPr sz="3600">
              <a:solidFill>
                <a:schemeClr val="accent5"/>
              </a:solidFill>
            </a:endParaRPr>
          </a:p>
        </p:txBody>
      </p:sp>
      <p:sp>
        <p:nvSpPr>
          <p:cNvPr id="120" name="Google Shape;120;p21"/>
          <p:cNvSpPr txBox="1"/>
          <p:nvPr>
            <p:ph type="title"/>
          </p:nvPr>
        </p:nvSpPr>
        <p:spPr>
          <a:xfrm>
            <a:off x="387900" y="31158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