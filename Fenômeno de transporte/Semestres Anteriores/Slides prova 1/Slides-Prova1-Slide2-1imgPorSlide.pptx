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1/35</a:t>
            </a:r>
          </a:p>
        </p:txBody>
      </p:sp>
      <p:pic>
        <p:nvPicPr>
          <p:cNvPr id="3" name="Picture 2" descr="Captura de tela 2026-03-29 1624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719" y="822960"/>
            <a:ext cx="761225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2/35</a:t>
            </a:r>
          </a:p>
        </p:txBody>
      </p:sp>
      <p:pic>
        <p:nvPicPr>
          <p:cNvPr id="3" name="Picture 2" descr="Captura de tela 2026-03-29 1624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436" y="822960"/>
            <a:ext cx="757082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3/35</a:t>
            </a:r>
          </a:p>
        </p:txBody>
      </p:sp>
      <p:pic>
        <p:nvPicPr>
          <p:cNvPr id="3" name="Picture 2" descr="Captura de tela 2026-03-29 1624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311" y="822960"/>
            <a:ext cx="7527073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4/35</a:t>
            </a:r>
          </a:p>
        </p:txBody>
      </p:sp>
      <p:pic>
        <p:nvPicPr>
          <p:cNvPr id="3" name="Picture 2" descr="Captura de tela 2026-03-29 1624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24" y="822960"/>
            <a:ext cx="751004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5/35</a:t>
            </a:r>
          </a:p>
        </p:txBody>
      </p:sp>
      <p:pic>
        <p:nvPicPr>
          <p:cNvPr id="3" name="Picture 2" descr="Captura de tela 2026-03-29 162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6" y="822960"/>
            <a:ext cx="759168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6/35</a:t>
            </a:r>
          </a:p>
        </p:txBody>
      </p:sp>
      <p:pic>
        <p:nvPicPr>
          <p:cNvPr id="3" name="Picture 2" descr="Captura de tela 2026-03-29 1624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926" y="822960"/>
            <a:ext cx="750384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7/35</a:t>
            </a:r>
          </a:p>
        </p:txBody>
      </p:sp>
      <p:pic>
        <p:nvPicPr>
          <p:cNvPr id="3" name="Picture 2" descr="Captura de tela 2026-03-29 1624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803" y="822960"/>
            <a:ext cx="754008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8/35</a:t>
            </a:r>
          </a:p>
        </p:txBody>
      </p:sp>
      <p:pic>
        <p:nvPicPr>
          <p:cNvPr id="3" name="Picture 2" descr="Captura de tela 2026-03-29 162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841" y="822960"/>
            <a:ext cx="756601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9/35</a:t>
            </a:r>
          </a:p>
        </p:txBody>
      </p:sp>
      <p:pic>
        <p:nvPicPr>
          <p:cNvPr id="3" name="Picture 2" descr="Captura de tela 2026-03-29 1625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729" y="822960"/>
            <a:ext cx="757623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10/35</a:t>
            </a:r>
          </a:p>
        </p:txBody>
      </p:sp>
      <p:pic>
        <p:nvPicPr>
          <p:cNvPr id="3" name="Picture 2" descr="Captura de tela 2026-03-29 162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590" y="822960"/>
            <a:ext cx="7568513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11/35</a:t>
            </a:r>
          </a:p>
        </p:txBody>
      </p:sp>
      <p:pic>
        <p:nvPicPr>
          <p:cNvPr id="3" name="Picture 2" descr="Captura de tela 2026-03-29 1625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877" y="822960"/>
            <a:ext cx="7489939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12/35</a:t>
            </a:r>
          </a:p>
        </p:txBody>
      </p:sp>
      <p:pic>
        <p:nvPicPr>
          <p:cNvPr id="3" name="Picture 2" descr="Captura de tela 2026-03-29 1625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229" y="822960"/>
            <a:ext cx="759923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13/35</a:t>
            </a:r>
          </a:p>
        </p:txBody>
      </p:sp>
      <p:pic>
        <p:nvPicPr>
          <p:cNvPr id="3" name="Picture 2" descr="Captura de tela 2026-03-29 162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398" y="822960"/>
            <a:ext cx="758889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14/35</a:t>
            </a:r>
          </a:p>
        </p:txBody>
      </p:sp>
      <p:pic>
        <p:nvPicPr>
          <p:cNvPr id="3" name="Picture 2" descr="Captura de tela 2026-03-29 1625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336" y="822960"/>
            <a:ext cx="757102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15/35</a:t>
            </a:r>
          </a:p>
        </p:txBody>
      </p:sp>
      <p:pic>
        <p:nvPicPr>
          <p:cNvPr id="3" name="Picture 2" descr="Captura de tela 2026-03-29 1625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979" y="822960"/>
            <a:ext cx="751973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16/35</a:t>
            </a:r>
          </a:p>
        </p:txBody>
      </p:sp>
      <p:pic>
        <p:nvPicPr>
          <p:cNvPr id="3" name="Picture 2" descr="Captura de tela 2026-03-29 1625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537" y="822960"/>
            <a:ext cx="752462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17/35</a:t>
            </a:r>
          </a:p>
        </p:txBody>
      </p:sp>
      <p:pic>
        <p:nvPicPr>
          <p:cNvPr id="3" name="Picture 2" descr="Captura de tela 2026-03-29 1625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36" y="822960"/>
            <a:ext cx="761742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18/35</a:t>
            </a:r>
          </a:p>
        </p:txBody>
      </p:sp>
      <p:pic>
        <p:nvPicPr>
          <p:cNvPr id="3" name="Picture 2" descr="Captura de tela 2026-03-29 1625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335" y="822960"/>
            <a:ext cx="758902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19/35</a:t>
            </a:r>
          </a:p>
        </p:txBody>
      </p:sp>
      <p:pic>
        <p:nvPicPr>
          <p:cNvPr id="3" name="Picture 2" descr="Captura de tela 2026-03-29 1625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949" y="822960"/>
            <a:ext cx="759179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20/35</a:t>
            </a:r>
          </a:p>
        </p:txBody>
      </p:sp>
      <p:pic>
        <p:nvPicPr>
          <p:cNvPr id="3" name="Picture 2" descr="Captura de tela 2026-03-29 1625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64" y="822960"/>
            <a:ext cx="759156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21/35</a:t>
            </a:r>
          </a:p>
        </p:txBody>
      </p:sp>
      <p:pic>
        <p:nvPicPr>
          <p:cNvPr id="3" name="Picture 2" descr="Captura de tela 2026-03-29 162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985" y="822960"/>
            <a:ext cx="757372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22/35</a:t>
            </a:r>
          </a:p>
        </p:txBody>
      </p:sp>
      <p:pic>
        <p:nvPicPr>
          <p:cNvPr id="3" name="Picture 2" descr="Captura de tela 2026-03-29 162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928" y="822960"/>
            <a:ext cx="747583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23/35</a:t>
            </a:r>
          </a:p>
        </p:txBody>
      </p:sp>
      <p:pic>
        <p:nvPicPr>
          <p:cNvPr id="3" name="Picture 2" descr="Captura de tela 2026-03-29 1626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535" y="822960"/>
            <a:ext cx="7586623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24/35</a:t>
            </a:r>
          </a:p>
        </p:txBody>
      </p:sp>
      <p:pic>
        <p:nvPicPr>
          <p:cNvPr id="3" name="Picture 2" descr="Captura de tela 2026-03-29 162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386" y="822960"/>
            <a:ext cx="757892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25/35</a:t>
            </a:r>
          </a:p>
        </p:txBody>
      </p:sp>
      <p:pic>
        <p:nvPicPr>
          <p:cNvPr id="3" name="Picture 2" descr="Captura de tela 2026-03-29 162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386" y="822960"/>
            <a:ext cx="757892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26/35</a:t>
            </a:r>
          </a:p>
        </p:txBody>
      </p:sp>
      <p:pic>
        <p:nvPicPr>
          <p:cNvPr id="3" name="Picture 2" descr="Captura de tela 2026-03-29 1626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181" y="822960"/>
            <a:ext cx="767733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27/35</a:t>
            </a:r>
          </a:p>
        </p:txBody>
      </p:sp>
      <p:pic>
        <p:nvPicPr>
          <p:cNvPr id="3" name="Picture 2" descr="Captura de tela 2026-03-29 1626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269" y="822960"/>
            <a:ext cx="762515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28/35</a:t>
            </a:r>
          </a:p>
        </p:txBody>
      </p:sp>
      <p:pic>
        <p:nvPicPr>
          <p:cNvPr id="3" name="Picture 2" descr="Captura de tela 2026-03-29 1626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867" y="822960"/>
            <a:ext cx="7583959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29/35</a:t>
            </a:r>
          </a:p>
        </p:txBody>
      </p:sp>
      <p:pic>
        <p:nvPicPr>
          <p:cNvPr id="3" name="Picture 2" descr="Captura de tela 2026-03-29 1626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003" y="822960"/>
            <a:ext cx="7713688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30/35</a:t>
            </a:r>
          </a:p>
        </p:txBody>
      </p:sp>
      <p:pic>
        <p:nvPicPr>
          <p:cNvPr id="3" name="Picture 2" descr="Captura de tela 2026-03-29 162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322" y="822960"/>
            <a:ext cx="7447049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31/35</a:t>
            </a:r>
          </a:p>
        </p:txBody>
      </p:sp>
      <p:pic>
        <p:nvPicPr>
          <p:cNvPr id="3" name="Picture 2" descr="Captura de tela 2026-03-29 162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572" y="822960"/>
            <a:ext cx="77125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32/35</a:t>
            </a:r>
          </a:p>
        </p:txBody>
      </p:sp>
      <p:pic>
        <p:nvPicPr>
          <p:cNvPr id="3" name="Picture 2" descr="Captura de tela 2026-03-29 1626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51" y="822960"/>
            <a:ext cx="758159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33/35</a:t>
            </a:r>
          </a:p>
        </p:txBody>
      </p:sp>
      <p:pic>
        <p:nvPicPr>
          <p:cNvPr id="3" name="Picture 2" descr="Captura de tela 2026-03-29 1626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064" y="822960"/>
            <a:ext cx="748756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34/35</a:t>
            </a:r>
          </a:p>
        </p:txBody>
      </p:sp>
      <p:pic>
        <p:nvPicPr>
          <p:cNvPr id="3" name="Picture 2" descr="Captura de tela 2026-03-29 162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377" y="822960"/>
            <a:ext cx="752094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2 — 35/35</a:t>
            </a:r>
          </a:p>
        </p:txBody>
      </p:sp>
      <p:pic>
        <p:nvPicPr>
          <p:cNvPr id="3" name="Picture 2" descr="Captura de tela 2026-03-29 1627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588" y="822960"/>
            <a:ext cx="7526518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