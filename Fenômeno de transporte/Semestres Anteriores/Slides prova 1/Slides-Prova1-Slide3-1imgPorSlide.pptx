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1/20</a:t>
            </a:r>
          </a:p>
        </p:txBody>
      </p:sp>
      <p:pic>
        <p:nvPicPr>
          <p:cNvPr id="3" name="Picture 2" descr="Captura de tela 2026-03-29 162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795" y="822960"/>
            <a:ext cx="758410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2/20</a:t>
            </a:r>
          </a:p>
        </p:txBody>
      </p:sp>
      <p:pic>
        <p:nvPicPr>
          <p:cNvPr id="3" name="Picture 2" descr="Captura de tela 2026-03-29 162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40" y="822960"/>
            <a:ext cx="763561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3/20</a:t>
            </a:r>
          </a:p>
        </p:txBody>
      </p:sp>
      <p:pic>
        <p:nvPicPr>
          <p:cNvPr id="3" name="Picture 2" descr="Captura de tela 2026-03-29 162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579" y="822960"/>
            <a:ext cx="751853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4/20</a:t>
            </a:r>
          </a:p>
        </p:txBody>
      </p:sp>
      <p:pic>
        <p:nvPicPr>
          <p:cNvPr id="3" name="Picture 2" descr="Captura de tela 2026-03-29 1627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059" y="822960"/>
            <a:ext cx="757957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5/20</a:t>
            </a:r>
          </a:p>
        </p:txBody>
      </p:sp>
      <p:pic>
        <p:nvPicPr>
          <p:cNvPr id="3" name="Picture 2" descr="Captura de tela 2026-03-29 1627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259" y="822960"/>
            <a:ext cx="818717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6/20</a:t>
            </a:r>
          </a:p>
        </p:txBody>
      </p:sp>
      <p:pic>
        <p:nvPicPr>
          <p:cNvPr id="3" name="Picture 2" descr="Captura de tela 2026-03-29 1628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9" y="822960"/>
            <a:ext cx="755413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7/20</a:t>
            </a:r>
          </a:p>
        </p:txBody>
      </p:sp>
      <p:pic>
        <p:nvPicPr>
          <p:cNvPr id="3" name="Picture 2" descr="Captura de tela 2026-03-29 162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870" y="822960"/>
            <a:ext cx="767595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8/20</a:t>
            </a:r>
          </a:p>
        </p:txBody>
      </p:sp>
      <p:pic>
        <p:nvPicPr>
          <p:cNvPr id="3" name="Picture 2" descr="Captura de tela 2026-03-29 162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12" y="822960"/>
            <a:ext cx="769326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9/20</a:t>
            </a:r>
          </a:p>
        </p:txBody>
      </p:sp>
      <p:pic>
        <p:nvPicPr>
          <p:cNvPr id="3" name="Picture 2" descr="Captura de tela 2026-03-29 162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154" y="822960"/>
            <a:ext cx="748338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10/20</a:t>
            </a:r>
          </a:p>
        </p:txBody>
      </p:sp>
      <p:pic>
        <p:nvPicPr>
          <p:cNvPr id="3" name="Picture 2" descr="Captura de tela 2026-03-29 162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829" y="822960"/>
            <a:ext cx="744403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11/20</a:t>
            </a:r>
          </a:p>
        </p:txBody>
      </p:sp>
      <p:pic>
        <p:nvPicPr>
          <p:cNvPr id="3" name="Picture 2" descr="Captura de tela 2026-03-29 162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31" y="822960"/>
            <a:ext cx="761743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12/20</a:t>
            </a:r>
          </a:p>
        </p:txBody>
      </p:sp>
      <p:pic>
        <p:nvPicPr>
          <p:cNvPr id="3" name="Picture 2" descr="Captura de tela 2026-03-29 1628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84" y="822960"/>
            <a:ext cx="747992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13/20</a:t>
            </a:r>
          </a:p>
        </p:txBody>
      </p:sp>
      <p:pic>
        <p:nvPicPr>
          <p:cNvPr id="3" name="Picture 2" descr="Captura de tela 2026-03-29 1628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799" y="822960"/>
            <a:ext cx="74880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14/20</a:t>
            </a:r>
          </a:p>
        </p:txBody>
      </p:sp>
      <p:pic>
        <p:nvPicPr>
          <p:cNvPr id="3" name="Picture 2" descr="Captura de tela 2026-03-29 162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619" y="822960"/>
            <a:ext cx="770045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15/20</a:t>
            </a:r>
          </a:p>
        </p:txBody>
      </p:sp>
      <p:pic>
        <p:nvPicPr>
          <p:cNvPr id="3" name="Picture 2" descr="Captura de tela 2026-03-29 162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653" y="822960"/>
            <a:ext cx="740438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16/20</a:t>
            </a:r>
          </a:p>
        </p:txBody>
      </p:sp>
      <p:pic>
        <p:nvPicPr>
          <p:cNvPr id="3" name="Picture 2" descr="Captura de tela 2026-03-29 1628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949" y="822960"/>
            <a:ext cx="75577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17/20</a:t>
            </a:r>
          </a:p>
        </p:txBody>
      </p:sp>
      <p:pic>
        <p:nvPicPr>
          <p:cNvPr id="3" name="Picture 2" descr="Captura de tela 2026-03-29 1628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695" y="822960"/>
            <a:ext cx="7550304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18/20</a:t>
            </a:r>
          </a:p>
        </p:txBody>
      </p:sp>
      <p:pic>
        <p:nvPicPr>
          <p:cNvPr id="3" name="Picture 2" descr="Captura de tela 2026-03-29 162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401" y="822960"/>
            <a:ext cx="751289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19/20</a:t>
            </a:r>
          </a:p>
        </p:txBody>
      </p:sp>
      <p:pic>
        <p:nvPicPr>
          <p:cNvPr id="3" name="Picture 2" descr="Captura de tela 2026-03-29 162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493" y="822960"/>
            <a:ext cx="753270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92024"/>
            <a:ext cx="115516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Slide 3 — 20/20</a:t>
            </a:r>
          </a:p>
        </p:txBody>
      </p:sp>
      <p:pic>
        <p:nvPicPr>
          <p:cNvPr id="3" name="Picture 2" descr="Captura de tela 2026-03-29 1629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51" y="822960"/>
            <a:ext cx="7565792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