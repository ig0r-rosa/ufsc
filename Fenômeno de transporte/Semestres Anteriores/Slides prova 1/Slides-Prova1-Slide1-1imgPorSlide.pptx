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1/53</a:t>
            </a:r>
          </a:p>
        </p:txBody>
      </p:sp>
      <p:pic>
        <p:nvPicPr>
          <p:cNvPr id="3" name="Picture 2" descr="Captura de tela 2026-03-29 1615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175" y="822960"/>
            <a:ext cx="7453344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2/53</a:t>
            </a:r>
          </a:p>
        </p:txBody>
      </p:sp>
      <p:pic>
        <p:nvPicPr>
          <p:cNvPr id="3" name="Picture 2" descr="Captura de tela 2026-03-29 1615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299" y="822960"/>
            <a:ext cx="749709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3/53</a:t>
            </a:r>
          </a:p>
        </p:txBody>
      </p:sp>
      <p:pic>
        <p:nvPicPr>
          <p:cNvPr id="3" name="Picture 2" descr="Captura de tela 2026-03-29 1615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254" y="822960"/>
            <a:ext cx="7543185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4/53</a:t>
            </a:r>
          </a:p>
        </p:txBody>
      </p:sp>
      <p:pic>
        <p:nvPicPr>
          <p:cNvPr id="3" name="Picture 2" descr="Captura de tela 2026-03-29 161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926" y="822960"/>
            <a:ext cx="7503841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5/53</a:t>
            </a:r>
          </a:p>
        </p:txBody>
      </p:sp>
      <p:pic>
        <p:nvPicPr>
          <p:cNvPr id="3" name="Picture 2" descr="Captura de tela 2026-03-29 1616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319" y="822960"/>
            <a:ext cx="7563057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6/53</a:t>
            </a:r>
          </a:p>
        </p:txBody>
      </p:sp>
      <p:pic>
        <p:nvPicPr>
          <p:cNvPr id="3" name="Picture 2" descr="Captura de tela 2026-03-29 1616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736" y="822960"/>
            <a:ext cx="7594221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7/53</a:t>
            </a:r>
          </a:p>
        </p:txBody>
      </p:sp>
      <p:pic>
        <p:nvPicPr>
          <p:cNvPr id="3" name="Picture 2" descr="Captura de tela 2026-03-29 1616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567" y="822960"/>
            <a:ext cx="75425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8/53</a:t>
            </a:r>
          </a:p>
        </p:txBody>
      </p:sp>
      <p:pic>
        <p:nvPicPr>
          <p:cNvPr id="3" name="Picture 2" descr="Captura de tela 2026-03-29 1616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671" y="822960"/>
            <a:ext cx="7586351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9/53</a:t>
            </a:r>
          </a:p>
        </p:txBody>
      </p:sp>
      <p:pic>
        <p:nvPicPr>
          <p:cNvPr id="3" name="Picture 2" descr="Captura de tela 2026-03-29 1616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323" y="822960"/>
            <a:ext cx="7633047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10/53</a:t>
            </a:r>
          </a:p>
        </p:txBody>
      </p:sp>
      <p:pic>
        <p:nvPicPr>
          <p:cNvPr id="3" name="Picture 2" descr="Captura de tela 2026-03-29 1616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442" y="822960"/>
            <a:ext cx="7614809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11/53</a:t>
            </a:r>
          </a:p>
        </p:txBody>
      </p:sp>
      <p:pic>
        <p:nvPicPr>
          <p:cNvPr id="3" name="Picture 2" descr="Captura de tela 2026-03-29 1616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414" y="822960"/>
            <a:ext cx="755086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12/53</a:t>
            </a:r>
          </a:p>
        </p:txBody>
      </p:sp>
      <p:pic>
        <p:nvPicPr>
          <p:cNvPr id="3" name="Picture 2" descr="Captura de tela 2026-03-29 1617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951" y="822960"/>
            <a:ext cx="7565792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13/53</a:t>
            </a:r>
          </a:p>
        </p:txBody>
      </p:sp>
      <p:pic>
        <p:nvPicPr>
          <p:cNvPr id="3" name="Picture 2" descr="Captura de tela 2026-03-29 1617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560" y="822960"/>
            <a:ext cx="7622574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14/53</a:t>
            </a:r>
          </a:p>
        </p:txBody>
      </p:sp>
      <p:pic>
        <p:nvPicPr>
          <p:cNvPr id="3" name="Picture 2" descr="Captura de tela 2026-03-29 1617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344" y="822960"/>
            <a:ext cx="752500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15/53</a:t>
            </a:r>
          </a:p>
        </p:txBody>
      </p:sp>
      <p:pic>
        <p:nvPicPr>
          <p:cNvPr id="3" name="Picture 2" descr="Captura de tela 2026-03-29 1617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951" y="822960"/>
            <a:ext cx="7565792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16/53</a:t>
            </a:r>
          </a:p>
        </p:txBody>
      </p:sp>
      <p:pic>
        <p:nvPicPr>
          <p:cNvPr id="3" name="Picture 2" descr="Captura de tela 2026-03-29 1617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91" y="822960"/>
            <a:ext cx="7504311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17/53</a:t>
            </a:r>
          </a:p>
        </p:txBody>
      </p:sp>
      <p:pic>
        <p:nvPicPr>
          <p:cNvPr id="3" name="Picture 2" descr="Captura de tela 2026-03-29 1617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671" y="822960"/>
            <a:ext cx="7586351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18/53</a:t>
            </a:r>
          </a:p>
        </p:txBody>
      </p:sp>
      <p:pic>
        <p:nvPicPr>
          <p:cNvPr id="3" name="Picture 2" descr="Captura de tela 2026-03-29 1617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084" y="822960"/>
            <a:ext cx="7547527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19/53</a:t>
            </a:r>
          </a:p>
        </p:txBody>
      </p:sp>
      <p:pic>
        <p:nvPicPr>
          <p:cNvPr id="3" name="Picture 2" descr="Captura de tela 2026-03-29 1618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027" y="822960"/>
            <a:ext cx="750764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20/53</a:t>
            </a:r>
          </a:p>
        </p:txBody>
      </p:sp>
      <p:pic>
        <p:nvPicPr>
          <p:cNvPr id="3" name="Picture 2" descr="Captura de tela 2026-03-29 1618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174" y="822960"/>
            <a:ext cx="757334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21/53</a:t>
            </a:r>
          </a:p>
        </p:txBody>
      </p:sp>
      <p:pic>
        <p:nvPicPr>
          <p:cNvPr id="3" name="Picture 2" descr="Captura de tela 2026-03-29 1618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735" y="822960"/>
            <a:ext cx="7612224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22/53</a:t>
            </a:r>
          </a:p>
        </p:txBody>
      </p:sp>
      <p:pic>
        <p:nvPicPr>
          <p:cNvPr id="3" name="Picture 2" descr="Captura de tela 2026-03-29 1618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694" y="822960"/>
            <a:ext cx="756030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23/53</a:t>
            </a:r>
          </a:p>
        </p:txBody>
      </p:sp>
      <p:pic>
        <p:nvPicPr>
          <p:cNvPr id="3" name="Picture 2" descr="Captura de tela 2026-03-29 1618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084" y="822960"/>
            <a:ext cx="7547527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24/53</a:t>
            </a:r>
          </a:p>
        </p:txBody>
      </p:sp>
      <p:pic>
        <p:nvPicPr>
          <p:cNvPr id="3" name="Picture 2" descr="Captura de tela 2026-03-29 161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450" y="822960"/>
            <a:ext cx="7552795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25/53</a:t>
            </a:r>
          </a:p>
        </p:txBody>
      </p:sp>
      <p:pic>
        <p:nvPicPr>
          <p:cNvPr id="3" name="Picture 2" descr="Captura de tela 2026-03-29 1619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070" y="822960"/>
            <a:ext cx="7555554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26/53</a:t>
            </a:r>
          </a:p>
        </p:txBody>
      </p:sp>
      <p:pic>
        <p:nvPicPr>
          <p:cNvPr id="3" name="Picture 2" descr="Captura de tela 2026-03-29 1619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207" y="822960"/>
            <a:ext cx="758128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27/53</a:t>
            </a:r>
          </a:p>
        </p:txBody>
      </p:sp>
      <p:pic>
        <p:nvPicPr>
          <p:cNvPr id="3" name="Picture 2" descr="Captura de tela 2026-03-29 1619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898" y="822960"/>
            <a:ext cx="7529898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28/53</a:t>
            </a:r>
          </a:p>
        </p:txBody>
      </p:sp>
      <p:pic>
        <p:nvPicPr>
          <p:cNvPr id="3" name="Picture 2" descr="Captura de tela 2026-03-29 161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642" y="822960"/>
            <a:ext cx="7540411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29/53</a:t>
            </a:r>
          </a:p>
        </p:txBody>
      </p:sp>
      <p:pic>
        <p:nvPicPr>
          <p:cNvPr id="3" name="Picture 2" descr="Captura de tela 2026-03-29 1619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837" y="822960"/>
            <a:ext cx="746402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30/53</a:t>
            </a:r>
          </a:p>
        </p:txBody>
      </p:sp>
      <p:pic>
        <p:nvPicPr>
          <p:cNvPr id="3" name="Picture 2" descr="Captura de tela 2026-03-29 1619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897" y="822960"/>
            <a:ext cx="75019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31/53</a:t>
            </a:r>
          </a:p>
        </p:txBody>
      </p:sp>
      <p:pic>
        <p:nvPicPr>
          <p:cNvPr id="3" name="Picture 2" descr="Captura de tela 2026-03-29 1619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777" y="822960"/>
            <a:ext cx="7520141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32/53</a:t>
            </a:r>
          </a:p>
        </p:txBody>
      </p:sp>
      <p:pic>
        <p:nvPicPr>
          <p:cNvPr id="3" name="Picture 2" descr="Captura de tela 2026-03-29 1619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91" y="822960"/>
            <a:ext cx="7504311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33/53</a:t>
            </a:r>
          </a:p>
        </p:txBody>
      </p:sp>
      <p:pic>
        <p:nvPicPr>
          <p:cNvPr id="3" name="Picture 2" descr="Captura de tela 2026-03-29 162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191" y="822960"/>
            <a:ext cx="7669311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34/53</a:t>
            </a:r>
          </a:p>
        </p:txBody>
      </p:sp>
      <p:pic>
        <p:nvPicPr>
          <p:cNvPr id="3" name="Picture 2" descr="Captura de tela 2026-03-29 162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554" y="822960"/>
            <a:ext cx="7550587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35/53</a:t>
            </a:r>
          </a:p>
        </p:txBody>
      </p:sp>
      <p:pic>
        <p:nvPicPr>
          <p:cNvPr id="3" name="Picture 2" descr="Captura de tela 2026-03-29 16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91" y="822960"/>
            <a:ext cx="7504311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36/53</a:t>
            </a:r>
          </a:p>
        </p:txBody>
      </p:sp>
      <p:pic>
        <p:nvPicPr>
          <p:cNvPr id="3" name="Picture 2" descr="Captura de tela 2026-03-29 162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841" y="822960"/>
            <a:ext cx="7566012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37/53</a:t>
            </a:r>
          </a:p>
        </p:txBody>
      </p:sp>
      <p:pic>
        <p:nvPicPr>
          <p:cNvPr id="3" name="Picture 2" descr="Captura de tela 2026-03-29 162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336" y="822960"/>
            <a:ext cx="7571021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38/53</a:t>
            </a:r>
          </a:p>
        </p:txBody>
      </p:sp>
      <p:pic>
        <p:nvPicPr>
          <p:cNvPr id="3" name="Picture 2" descr="Captura de tela 2026-03-29 1620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452" y="822960"/>
            <a:ext cx="756079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39/53</a:t>
            </a:r>
          </a:p>
        </p:txBody>
      </p:sp>
      <p:pic>
        <p:nvPicPr>
          <p:cNvPr id="3" name="Picture 2" descr="Captura de tela 2026-03-29 162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414" y="822960"/>
            <a:ext cx="755086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40/53</a:t>
            </a:r>
          </a:p>
        </p:txBody>
      </p:sp>
      <p:pic>
        <p:nvPicPr>
          <p:cNvPr id="3" name="Picture 2" descr="Captura de tela 2026-03-29 1621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088" y="822960"/>
            <a:ext cx="7563517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41/53</a:t>
            </a:r>
          </a:p>
        </p:txBody>
      </p:sp>
      <p:pic>
        <p:nvPicPr>
          <p:cNvPr id="3" name="Picture 2" descr="Captura de tela 2026-03-29 1621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463" y="822960"/>
            <a:ext cx="7596768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42/53</a:t>
            </a:r>
          </a:p>
        </p:txBody>
      </p:sp>
      <p:pic>
        <p:nvPicPr>
          <p:cNvPr id="3" name="Picture 2" descr="Captura de tela 2026-03-29 1621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095" y="822960"/>
            <a:ext cx="7535504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43/53</a:t>
            </a:r>
          </a:p>
        </p:txBody>
      </p:sp>
      <p:pic>
        <p:nvPicPr>
          <p:cNvPr id="3" name="Picture 2" descr="Captura de tela 2026-03-29 1621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486" y="822960"/>
            <a:ext cx="7568721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44/53</a:t>
            </a:r>
          </a:p>
        </p:txBody>
      </p:sp>
      <p:pic>
        <p:nvPicPr>
          <p:cNvPr id="3" name="Picture 2" descr="Captura de tela 2026-03-29 1621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923" y="822960"/>
            <a:ext cx="7645848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45/53</a:t>
            </a:r>
          </a:p>
        </p:txBody>
      </p:sp>
      <p:pic>
        <p:nvPicPr>
          <p:cNvPr id="3" name="Picture 2" descr="Captura de tela 2026-03-29 162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870" y="822960"/>
            <a:ext cx="7537954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46/53</a:t>
            </a:r>
          </a:p>
        </p:txBody>
      </p:sp>
      <p:pic>
        <p:nvPicPr>
          <p:cNvPr id="3" name="Picture 2" descr="Captura de tela 2026-03-29 1621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535" y="822960"/>
            <a:ext cx="7586623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47/53</a:t>
            </a:r>
          </a:p>
        </p:txBody>
      </p:sp>
      <p:pic>
        <p:nvPicPr>
          <p:cNvPr id="3" name="Picture 2" descr="Captura de tela 2026-03-29 1622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237" y="822960"/>
            <a:ext cx="7571219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48/53</a:t>
            </a:r>
          </a:p>
        </p:txBody>
      </p:sp>
      <p:pic>
        <p:nvPicPr>
          <p:cNvPr id="3" name="Picture 2" descr="Captura de tela 2026-03-29 1622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541" y="822960"/>
            <a:ext cx="7538611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49/53</a:t>
            </a:r>
          </a:p>
        </p:txBody>
      </p:sp>
      <p:pic>
        <p:nvPicPr>
          <p:cNvPr id="3" name="Picture 2" descr="Captura de tela 2026-03-29 1622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510" y="822960"/>
            <a:ext cx="7596673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50/53</a:t>
            </a:r>
          </a:p>
        </p:txBody>
      </p:sp>
      <p:pic>
        <p:nvPicPr>
          <p:cNvPr id="3" name="Picture 2" descr="Captura de tela 2026-03-29 1622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897" y="822960"/>
            <a:ext cx="75019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51/53</a:t>
            </a:r>
          </a:p>
        </p:txBody>
      </p:sp>
      <p:pic>
        <p:nvPicPr>
          <p:cNvPr id="3" name="Picture 2" descr="Captura de tela 2026-03-29 1622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590" y="822960"/>
            <a:ext cx="7568513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52/53</a:t>
            </a:r>
          </a:p>
        </p:txBody>
      </p:sp>
      <p:pic>
        <p:nvPicPr>
          <p:cNvPr id="3" name="Picture 2" descr="Captura de tela 2026-03-29 162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847" y="822960"/>
            <a:ext cx="7619999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1 — 53/53</a:t>
            </a:r>
          </a:p>
        </p:txBody>
      </p:sp>
      <p:pic>
        <p:nvPicPr>
          <p:cNvPr id="3" name="Picture 2" descr="Captura de tela 2026-03-29 1622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729" y="822960"/>
            <a:ext cx="7576236" cy="571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