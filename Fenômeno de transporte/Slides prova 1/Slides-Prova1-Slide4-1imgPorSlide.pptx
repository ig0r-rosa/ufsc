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1/13</a:t>
            </a:r>
          </a:p>
        </p:txBody>
      </p:sp>
      <p:pic>
        <p:nvPicPr>
          <p:cNvPr id="3" name="Picture 2" descr="Captura de tela 2026-03-29 1629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88" y="822960"/>
            <a:ext cx="756351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2/13</a:t>
            </a:r>
          </a:p>
        </p:txBody>
      </p:sp>
      <p:pic>
        <p:nvPicPr>
          <p:cNvPr id="3" name="Picture 2" descr="Captura de tela 2026-03-29 162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166" y="822960"/>
            <a:ext cx="747936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3/13</a:t>
            </a:r>
          </a:p>
        </p:txBody>
      </p:sp>
      <p:pic>
        <p:nvPicPr>
          <p:cNvPr id="3" name="Picture 2" descr="Captura de tela 2026-03-29 1629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562" y="822960"/>
            <a:ext cx="752257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4/13</a:t>
            </a:r>
          </a:p>
        </p:txBody>
      </p:sp>
      <p:pic>
        <p:nvPicPr>
          <p:cNvPr id="3" name="Picture 2" descr="Captura de tela 2026-03-29 1629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604" y="822960"/>
            <a:ext cx="748048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5/13</a:t>
            </a:r>
          </a:p>
        </p:txBody>
      </p:sp>
      <p:pic>
        <p:nvPicPr>
          <p:cNvPr id="3" name="Picture 2" descr="Captura de tela 2026-03-29 162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49" y="822960"/>
            <a:ext cx="762259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6/13</a:t>
            </a:r>
          </a:p>
        </p:txBody>
      </p:sp>
      <p:pic>
        <p:nvPicPr>
          <p:cNvPr id="3" name="Picture 2" descr="Captura de tela 2026-03-29 1629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897" y="822960"/>
            <a:ext cx="75019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7/13</a:t>
            </a:r>
          </a:p>
        </p:txBody>
      </p:sp>
      <p:pic>
        <p:nvPicPr>
          <p:cNvPr id="3" name="Picture 2" descr="Captura de tela 2026-03-29 1629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196" y="822960"/>
            <a:ext cx="751530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8/13</a:t>
            </a:r>
          </a:p>
        </p:txBody>
      </p:sp>
      <p:pic>
        <p:nvPicPr>
          <p:cNvPr id="3" name="Picture 2" descr="Captura de tela 2026-03-29 163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638" y="822960"/>
            <a:ext cx="757841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9/13</a:t>
            </a:r>
          </a:p>
        </p:txBody>
      </p:sp>
      <p:pic>
        <p:nvPicPr>
          <p:cNvPr id="3" name="Picture 2" descr="Captura de tela 2026-03-29 163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327" y="822960"/>
            <a:ext cx="754504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10/13</a:t>
            </a:r>
          </a:p>
        </p:txBody>
      </p:sp>
      <p:pic>
        <p:nvPicPr>
          <p:cNvPr id="3" name="Picture 2" descr="Captura de tela 2026-03-29 163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588" y="822960"/>
            <a:ext cx="776451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11/13</a:t>
            </a:r>
          </a:p>
        </p:txBody>
      </p:sp>
      <p:pic>
        <p:nvPicPr>
          <p:cNvPr id="3" name="Picture 2" descr="Captura de tela 2026-03-29 163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47" y="822960"/>
            <a:ext cx="761999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12/13</a:t>
            </a:r>
          </a:p>
        </p:txBody>
      </p:sp>
      <p:pic>
        <p:nvPicPr>
          <p:cNvPr id="3" name="Picture 2" descr="Captura de tela 2026-03-29 163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535" y="822960"/>
            <a:ext cx="758662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4 — 13/13</a:t>
            </a:r>
          </a:p>
        </p:txBody>
      </p:sp>
      <p:pic>
        <p:nvPicPr>
          <p:cNvPr id="3" name="Picture 2" descr="Captura de tela 2026-03-29 163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64" y="822960"/>
            <a:ext cx="7487566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